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������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������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������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һ�꼶��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课前暖场·������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小朋友们，你们觉得一个������的人，大家会喜欢和他做朋友吗？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你身边有没有������的人？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能和大家说说他做了什么吗？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「������小剧场」：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老师给出几个场景，小朋友们用演一演的方式，展示怎样才是������的。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全班同学当"评委"，竖大拇指👍选出最佳表演！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理解������的含义和重要性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学会在生活中践行������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懂得������能让我们交到更多朋友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听老师讲故事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小强答应帮同桌值日，可是放学后好朋友约他去踢球。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小强想了想，对朋友说："我答应了帮同桌值日，明天再一起踢球吧！"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朋友说："没关系，明天一起玩！"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同桌很感动，从此他们成了最好的朋友。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小朋友们，故事里的小伙伴做得对吗？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请3-4位小朋友，演一演关于「������」的小场景。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把你理解的「������」画出来，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问题1：你在生活中遇到过关于「������」的事吗？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问题2：你觉得「������」难不难做到？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问题3：如果好朋友做不到「������」，你会怎么帮他？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你觉得如果每个人都能做到「������」，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������是一种很了不起的品质。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它像阳光一样温暖☀️照亮自己和身边的人。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每个人都做到������，我们的班级和世界会更美好！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「如果我做到了������，我会觉得_____」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今天我们学了「������」
快跟爸爸妈妈讲一讲吧！
亲子小活动：
和爸爸妈妈分享一个你觉得很������的人的故事，
也可以说说你自己做到������的经历 😊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今天我们学习了「������」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������ - </dc:title>
  <dc:subject>PptxGenJS Presentation</dc:subject>
  <dc:creator>道德与法治课件平台</dc:creator>
  <cp:lastModifiedBy>道德与法治课件平台</cp:lastModifiedBy>
  <cp:revision>1</cp:revision>
  <dcterms:created xsi:type="dcterms:W3CDTF">2026-05-27T09:37:48Z</dcterms:created>
  <dcterms:modified xsi:type="dcterms:W3CDTF">2026-05-27T09:37:48Z</dcterms:modified>
</cp:coreProperties>
</file>