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听老师讲故事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小刚以前不爱洗手，吃东西前总是直接拿起来就吃。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有一次肚子疼去了医院，医生叔叔说："要养成勤洗手的好习惯呀！"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小刚记住了医生的话，现在饭前便后都会认真洗手。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他还成了班里的"卫生小标兵"呢！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小朋友们，故事里的小伙伴做得对吗？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今天我们在学校学了「叠被子」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快跟爸爸妈妈聊一聊吧！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亲子小活动：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和爸爸妈妈一起完成一件关于「叠被子」的事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可以是一起制定一个小目标，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也可以是一起做一个手工作品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2026-04-25T01:06:25Z</dcterms:created>
  <dcterms:modified xsi:type="dcterms:W3CDTF">2026-04-25T01:06:25Z</dcterms:modified>
</cp:coreProperties>
</file>