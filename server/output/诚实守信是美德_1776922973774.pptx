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09228627152-72ae9ae6848d" ContentType="image/photo-1509228627152-72ae9ae6848d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09228627152-72ae9ae6848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28700"/>
            <a:ext cx="5486400" cy="5486400"/>
          </a:xfrm>
          <a:prstGeom prst="ellipse">
            <a:avLst/>
          </a:prstGeom>
          <a:solidFill>
            <a:srgbClr val="F4A3A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057400"/>
            <a:ext cx="4572000" cy="4572000"/>
          </a:xfrm>
          <a:prstGeom prst="ellipse">
            <a:avLst/>
          </a:prstGeom>
          <a:solidFill>
            <a:srgbClr val="C8A2C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0861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"/>
            <a:ext cx="9144000" cy="54864"/>
          </a:xfrm>
          <a:prstGeom prst="rect">
            <a:avLst/>
          </a:prstGeom>
          <a:solidFill>
            <a:srgbClr val="C8A2C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680585"/>
            <a:ext cx="9144000" cy="82296"/>
          </a:xfrm>
          <a:prstGeom prst="rect">
            <a:avLst/>
          </a:prstGeom>
          <a:solidFill>
            <a:srgbClr val="C8A2C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514350"/>
            <a:ext cx="2743200" cy="2743200"/>
          </a:xfrm>
          <a:prstGeom prst="ellipse">
            <a:avLst/>
          </a:prstGeom>
          <a:solidFill>
            <a:srgbClr val="FFE8E8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72009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🌸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731520" y="1131570"/>
            <a:ext cx="548640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13157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13157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诚实守信是美德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005840" y="167163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828925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82892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🧡 道德修养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828925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C8A2C8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82892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💚 健全人格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小学道德与法治 · 人教版（2024新课改）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71975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道德与法治课件平台  AI 生成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B6C1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🎴 课前互动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554480"/>
            <a:ext cx="3931920" cy="457200"/>
          </a:xfrm>
          <a:prstGeom prst="roundRect">
            <a:avLst>
              <a:gd name="adj" fmla="val 40000"/>
            </a:avLst>
          </a:prstGeom>
          <a:solidFill>
            <a:srgbClr val="A8D5B5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82880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D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45920" y="2103120"/>
            <a:ext cx="1645920" cy="914400"/>
          </a:xfrm>
          <a:prstGeom prst="roundRect">
            <a:avLst>
              <a:gd name="adj" fmla="val 50000"/>
            </a:avLst>
          </a:prstGeom>
          <a:solidFill>
            <a:srgbClr val="E0F5E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❓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393192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554480"/>
            <a:ext cx="3931920" cy="457200"/>
          </a:xfrm>
          <a:prstGeom prst="roundRect">
            <a:avLst>
              <a:gd name="adj" fmla="val 40000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7CE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热身小游戏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0" y="2103120"/>
            <a:ext cx="1645920" cy="914400"/>
          </a:xfrm>
          <a:prstGeom prst="roundRect">
            <a:avLst>
              <a:gd name="adj" fmla="val 50000"/>
            </a:avLst>
          </a:prstGeom>
          <a:solidFill>
            <a:srgbClr val="E0F5E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🎲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02920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A8D5B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7CEEB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87CEEB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155448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DDA0DD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DDA0DD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25603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知道「诚实守信是美德」是什么意思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98FB98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98FB98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3566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663440"/>
            <a:ext cx="640080" cy="640080"/>
          </a:xfrm>
          <a:prstGeom prst="ellipse">
            <a:avLst/>
          </a:prstGeom>
          <a:solidFill>
            <a:srgbClr val="87CEEB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45920" y="45720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DDA0DD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669280"/>
            <a:ext cx="640080" cy="640080"/>
          </a:xfrm>
          <a:prstGeom prst="ellipse">
            <a:avLst/>
          </a:prstGeom>
          <a:solidFill>
            <a:srgbClr val="DDA0DD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669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45920" y="55778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87CEEB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知识讲解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463040"/>
            <a:ext cx="3840480" cy="36576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pic>
        <p:nvPicPr>
          <p:cNvPr id="14" name="Image 0" descr="https://images.unsplash.com/photo-1509228627152-72ae9ae6848d?w=800&amp;h=600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840480" cy="3657600"/>
          </a:xfrm>
          <a:prstGeom prst="ellipse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0" y="15544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DDA0DD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8D5B5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A8D5B5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87CEEB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616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FFB6C1">
              <a:alpha val="8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A8D5B5">
              <a:alpha val="8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6112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4️⃣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3544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课堂互动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463040"/>
            <a:ext cx="8229600" cy="3840480"/>
          </a:xfrm>
          <a:prstGeom prst="roundRect">
            <a:avLst>
              <a:gd name="adj" fmla="val 7143"/>
            </a:avLst>
          </a:prstGeom>
          <a:solidFill>
            <a:srgbClr val="87CEEB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73736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DDA0DD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7373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17373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31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9319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0292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50292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612648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DDA0DD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6126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37360" y="61264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C8A2C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思考讨论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A3A3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554480"/>
            <a:ext cx="7680960" cy="3657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💭 🤔 💭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828800" y="2377440"/>
            <a:ext cx="5486400" cy="18288"/>
          </a:xfrm>
          <a:prstGeom prst="rect">
            <a:avLst/>
          </a:prstGeom>
          <a:solidFill>
            <a:srgbClr val="C8A2C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560320"/>
            <a:ext cx="6949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D700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价值引导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 ⭐ ✨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210312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210312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1031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320040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320040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32004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「诚实守信是美德」是一种很棒的品质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29768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429768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2976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71600" y="539496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539496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39496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649224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649224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64922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371600" y="758952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758952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75895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868680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0" y="868680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0" y="86868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只要每天都浇灌，它就会长成大树！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371600" y="978408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0" y="978408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0" y="97840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我们要从小事做起，从今天开始！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98FB9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7CEEB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15544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DDA0DD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880360"/>
            <a:ext cx="731520" cy="731520"/>
          </a:xfrm>
          <a:prstGeom prst="ellipse">
            <a:avLst/>
          </a:prstGeom>
          <a:solidFill>
            <a:srgbClr val="DDA0D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2743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98FB98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28800" y="39319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57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828800" y="512064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630936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644652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46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828800" y="630936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749808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DDA0DD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7635240"/>
            <a:ext cx="731520" cy="731520"/>
          </a:xfrm>
          <a:prstGeom prst="ellipse">
            <a:avLst/>
          </a:prstGeom>
          <a:solidFill>
            <a:srgbClr val="DDA0DD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7635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828800" y="74980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868680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98FB98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882396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8823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828800" y="86868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用"我要做一个____的人"造一句话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B6C1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家校联动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A3A3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463040"/>
            <a:ext cx="4389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16459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今天学了「诚实守信是美德」，快跟爸爸妈妈说一说吧！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亲子互动小建议：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和爸爸妈妈一起制定一个"家庭约定"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比如：每天按时完成作业、帮忙做家务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把约定写在便利贴上贴在冰箱上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坚持一周，看看你们家会发生什么变化！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👨‍👩‍👧</a:t>
            </a:r>
            <a:endParaRPr lang="en-US" sz="5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87CEEB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课后任务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作业建议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30000">
            <a:off x="1371600" y="1554480"/>
            <a:ext cx="6400800" cy="3840480"/>
          </a:xfrm>
          <a:prstGeom prst="roundRect">
            <a:avLst>
              <a:gd name="adj" fmla="val 1190"/>
            </a:avLst>
          </a:prstGeom>
          <a:solidFill>
            <a:srgbClr val="FFFDE7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371600"/>
            <a:ext cx="320040" cy="320040"/>
          </a:xfrm>
          <a:prstGeom prst="ellipse">
            <a:avLst/>
          </a:prstGeom>
          <a:solidFill>
            <a:srgbClr val="A8D5B5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0116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今天的课后任务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观察一周，每天记录一件你做到的「诚实守信是美德」的事情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下周一带到学校，我们来比比谁记录得最多！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🎊 课堂总结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课堂总结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🎉 🏆 🎉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14884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🎊 今天的学习总结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15468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我们知道了「诚实守信是美德」是什么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416052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4114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学会了为什么要这样做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12064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516636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166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011680" y="51206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懂得了从小事开始实践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612648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617220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6172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11680" y="6126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每个小朋友今天都表现得非常棒！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713232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98FB9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7280" y="717804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7178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011680" y="71323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给今天的自己一个大大的 👍 吧！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442341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CE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小朋友们今天表现太棒了！🌟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诚实守信是美德</dc:title>
  <dc:subject>PptxGenJS Presentation</dc:subject>
  <dc:creator>道德与法治课件平台</dc:creator>
  <cp:lastModifiedBy>道德与法治课件平台</cp:lastModifiedBy>
  <cp:revision>1</cp:revision>
  <dcterms:created xsi:type="dcterms:W3CDTF">2026-04-23T05:42:54Z</dcterms:created>
  <dcterms:modified xsi:type="dcterms:W3CDTF">2026-04-23T05:42:54Z</dcterms:modified>
</cp:coreProperties>
</file>