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测试主题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课前暖场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小朋友们好！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今天我们要聊一个有趣的话题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小调查：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你觉得「测试主题」重要吗？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竖起小手指告诉我吧！👍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小朋友们判断对不对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DC9A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DC9A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7D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知道「测试主题」是什么意思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学会在生活中实践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让我们带着好奇心出发吧！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小故事时间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她答应帮妈妈浇花，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小花先浇完花再去。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高兴地说：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"小花真是个守信的好孩子！"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DC9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E6C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DC9A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4CAF7D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今天的主题是「测试主题」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测试主题 - 一年级上</dc:title>
  <dc:subject>PptxGenJS Presentation</dc:subject>
  <dc:creator>道德与法治课件平台</dc:creator>
  <cp:lastModifiedBy>道德与法治课件平台</cp:lastModifiedBy>
  <cp:revision>1</cp:revision>
  <dcterms:created xsi:type="dcterms:W3CDTF">2026-04-25T00:54:52Z</dcterms:created>
  <dcterms:modified xsi:type="dcterms:W3CDTF">2026-04-25T00:54:52Z</dcterms:modified>
</cp:coreProperties>
</file>