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小朋友们，你们每天早上起床后，第一件事会做什么呢？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有没有自己叠被子的经历？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觉得叠被子难不难呀？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「叠被子小达人」游戏：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老师在黑板上写出叠被子的步骤，小朋友们按顺序排好队，一个接一个说出正确的做法。全部说对的同学可以得到一颗小星星！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学会叠被子的正确方法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明白好习惯要从身边小事做起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养成每天坚持的好习惯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听老师讲故事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小明每天早上起床后，被子总是乱糟糟的。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妈妈说："自己的事情自己做哦！"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小明学着妈妈的样子，把被子叠得整整齐齐。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第二天老师来家访，看到小明的房间，竖起大拇指说："小明真棒！"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小明开心地笑了，从此每天都会自己叠被子。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小朋友们，故事里的小伙伴做得对吗？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请3-4位小朋友，演一演关于「叠被子」的小场景。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把你理解的「叠被子」画出来，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问题1：你在生活中遇到过关于「叠被子」的事吗？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问题2：你觉得「叠被子」难不难做到？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问题3：如果好朋友做不到「叠被子」，你会怎么帮他？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你觉得如果每个人都能做到「叠被子」，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叠被子看起来是一件小事，但坚持做好每一件小事，就是在让自己变得更棒！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良好的习惯就像一颗小种子🌱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每天浇灌它，它会慢慢长成参天大树！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「如果我做到了叠被子，我会觉得_____」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今天我们在学校学了「叠被子」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快跟爸爸妈妈聊一聊吧！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亲子小活动：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和爸爸妈妈一起完成一件关于「叠被子」的事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可以是一起制定一个小目标，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也可以是一起做一个手工作品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今天我们学习了「叠被子」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叠被子 - </dc:title>
  <dc:subject>PptxGenJS Presentation</dc:subject>
  <dc:creator>道德与法治课件平台</dc:creator>
  <cp:lastModifiedBy>道德与法治课件平台</cp:lastModifiedBy>
  <cp:revision>1</cp:revision>
  <dcterms:created xsi:type="dcterms:W3CDTF">2026-04-25T01:09:43Z</dcterms:created>
  <dcterms:modified xsi:type="dcterms:W3CDTF">2026-04-25T01:09:43Z</dcterms:modified>
</cp:coreProperties>
</file>