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一年级下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小朋友们，你们每天早上起床后，第一件事会做什么呢？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有没有自己叠被子的经历？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觉得叠被子难不难呀？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「叠被子小达人」游戏：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老师在黑板上写出叠被子的步骤，小朋友们按顺序排好队，一个接一个说出正确的做法。全部说对的同学可以得到一颗小星星！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学会叠被子的正确方法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明白好习惯要从身边小事做起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养成每天坚持的好习惯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叠被子的正确步骤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第①步：先把被子四角对齐，铺平整 🛏️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第②步：把被子竖向对折一次，变成长条形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第③步：再横向对折一次，变成方块形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第④步：双手压平，边角对齐，整整齐齐放好 ✅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小诀窍：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每次对折都要从中间往两边压平哦！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请3-4位小朋友，演一演关于「叠被子」的小场景。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把你理解的「叠被子」画出来，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问题1：你在生活中遇到过关于「叠被子」的事吗？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问题2：你觉得「叠被子」难不难做到？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问题3：如果好朋友做不到「叠被子」，你会怎么帮他？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你觉得如果每个人都能做到「叠被子」，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叠被子看起来是一件小事，但坚持做好每一件小事，就是在让自己变得更棒！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良好的习惯就像一颗小种子🌱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每天浇灌它，它会慢慢长成参天大树！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「如果我做到了叠被子，我会觉得_____」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
今天我们学了「叠被子」
快跟爸爸妈妈说说你学到了什么！
亲子小活动：
今晚请爸爸妈妈陪你一起练习「叠被子」
看看谁做得又快又整齐！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今天我们学习了「叠被子」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叠被子 - </dc:title>
  <dc:subject>PptxGenJS Presentation</dc:subject>
  <dc:creator>道德与法治课件平台</dc:creator>
  <cp:lastModifiedBy>道德与法治课件平台</cp:lastModifiedBy>
  <cp:revision>1</cp:revision>
  <dcterms:created xsi:type="dcterms:W3CDTF">2026-04-27T12:37:46Z</dcterms:created>
  <dcterms:modified xsi:type="dcterms:W3CDTF">2026-04-27T12:37:46Z</dcterms:modified>
</cp:coreProperties>
</file>