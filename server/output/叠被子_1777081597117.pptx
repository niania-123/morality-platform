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小明每天早上起床后，被子总是乱糟糟的。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妈妈说："自己的事情自己做哦！"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小明学着妈妈的样子，把被子叠得整整齐齐。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第二天老师来家访，看到小明的房间，竖起大拇指说："小明真棒！"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小明开心地笑了，从此每天都会自己叠被子。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2026-04-25T01:46:37Z</dcterms:created>
  <dcterms:modified xsi:type="dcterms:W3CDTF">2026-04-25T01:46:37Z</dcterms:modified>
</cp:coreProperties>
</file>