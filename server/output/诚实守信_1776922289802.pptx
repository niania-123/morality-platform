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32020"/>
            <a:ext cx="9144000" cy="73152"/>
          </a:xfrm>
          <a:prstGeom prst="rect">
            <a:avLst/>
          </a:prstGeom>
          <a:solidFill>
            <a:srgbClr val="C8A2C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14350"/>
            <a:ext cx="2286000" cy="2286000"/>
          </a:xfrm>
          <a:prstGeom prst="ellipse">
            <a:avLst/>
          </a:prstGeom>
          <a:solidFill>
            <a:srgbClr val="F4A3A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086100"/>
            <a:ext cx="1828800" cy="1828800"/>
          </a:xfrm>
          <a:prstGeom prst="ellipse">
            <a:avLst/>
          </a:prstGeom>
          <a:solidFill>
            <a:srgbClr val="C8A2C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3343275"/>
            <a:ext cx="1371600" cy="1371600"/>
          </a:xfrm>
          <a:prstGeom prst="ellipse">
            <a:avLst/>
          </a:prstGeom>
          <a:solidFill>
            <a:srgbClr val="FFD700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5875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8897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🧡 道德修养   💚 健全人格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🃏 课前互动卡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课前互动时间到！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让我们一起来聊一聊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关于「诚实守信」的故事吧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今天我们要学习：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了解「诚实守信」的基本含义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学会在生活中实践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和小伙伴们分享你的想法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知识讲解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听老师讲一个小故事：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从前有一个小朋友...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他学会了「诚实守信」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让我们一起来看看他是怎么做的吧！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活动设计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课堂活动时间！🎨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活动一：小组讨论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和旁边的小伙伴说说你的想法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活动二：情景表演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试着把今天学的内容演出来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课堂互动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举手回答时间！🙋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问题1：你在生活中遇到过类似的情况吗？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问题2：你会怎么做呢？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思考讨论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思考时间💭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如果每个人都做到「诚实守信」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我们的生活会变成什么样呢？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和你的同桌讨论一下吧！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价值引导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54864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今天我们学到了：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「诚实守信」是一种美德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我们每个人都可以做到</a:t>
            </a:r>
            <a:endParaRPr lang="en-US" sz="16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从小事做起，从今天开始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600450"/>
            <a:ext cx="1097280" cy="1097280"/>
          </a:xfrm>
          <a:prstGeom prst="ellipse">
            <a:avLst/>
          </a:prstGeom>
          <a:solidFill>
            <a:srgbClr val="C8A2C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473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诚实守信</dc:title>
  <dc:subject>PptxGenJS Presentation</dc:subject>
  <dc:creator>道德与法治课件平台</dc:creator>
  <cp:lastModifiedBy>道德与法治课件平台</cp:lastModifiedBy>
  <cp:revision>1</cp:revision>
  <dcterms:created xsi:type="dcterms:W3CDTF">2026-04-23T05:31:29Z</dcterms:created>
  <dcterms:modified xsi:type="dcterms:W3CDTF">2026-04-23T05:31:29Z</dcterms:modified>
</cp:coreProperties>
</file>