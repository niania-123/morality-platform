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2286000" cy="228600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514600" y="493776"/>
            <a:ext cx="4114800" cy="2048256"/>
          </a:xfrm>
          <a:prstGeom prst="donut">
            <a:avLst/>
          </a:prstGeom>
          <a:solidFill>
            <a:srgbClr val="FF6B6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697480" y="596189"/>
            <a:ext cx="3749040" cy="1843430"/>
          </a:xfrm>
          <a:prstGeom prst="donut">
            <a:avLst/>
          </a:prstGeom>
          <a:solidFill>
            <a:srgbClr val="FFB34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880360" y="698602"/>
            <a:ext cx="3383280" cy="1638605"/>
          </a:xfrm>
          <a:prstGeom prst="donu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63240" y="801014"/>
            <a:ext cx="3017520" cy="1433779"/>
          </a:xfrm>
          <a:prstGeom prst="donut">
            <a:avLst/>
          </a:prstGeom>
          <a:solidFill>
            <a:srgbClr val="81C78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903427"/>
            <a:ext cx="2651760" cy="1228954"/>
          </a:xfrm>
          <a:prstGeom prst="donut">
            <a:avLst/>
          </a:prstGeom>
          <a:solidFill>
            <a:srgbClr val="64B5F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005840"/>
            <a:ext cx="2286000" cy="1024128"/>
          </a:xfrm>
          <a:prstGeom prst="donut">
            <a:avLst/>
          </a:prstGeom>
          <a:solidFill>
            <a:srgbClr val="CE93D8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· 道德与法治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4389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FF6B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课前暖场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小朋友们好！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今天我们要聊一个有趣的话题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小调查：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你觉得「测试」重要吗？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竖起小手指告诉我吧！👍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老师说一个场景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小朋友们判断对不对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3448" y="1097280"/>
            <a:ext cx="1243584" cy="950976"/>
          </a:xfrm>
          <a:prstGeom prst="oval">
            <a:avLst/>
          </a:prstGeom>
          <a:solidFill>
            <a:srgbClr val="7DC9A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929384"/>
            <a:ext cx="373075" cy="373075"/>
          </a:xfrm>
          <a:prstGeom prst="oval">
            <a:avLst/>
          </a:prstGeom>
          <a:solidFill>
            <a:srgbClr val="7DC9A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68896" y="1216152"/>
            <a:ext cx="932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7D"/>
                </a:solidFill>
              </a:rPr>
              <a:t>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25312" y="1810512"/>
            <a:ext cx="683971" cy="683971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9670" y="2333549"/>
            <a:ext cx="435254" cy="1181405"/>
          </a:xfrm>
          <a:prstGeom prst="roundRect">
            <a:avLst>
              <a:gd name="adj" fmla="val 10504"/>
            </a:avLst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484925" y="1572768"/>
            <a:ext cx="186538" cy="777240"/>
          </a:xfrm>
          <a:prstGeom prst="roundRect">
            <a:avLst>
              <a:gd name="adj" fmla="val 14706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1850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0566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049670" y="2048256"/>
            <a:ext cx="435254" cy="186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知道「测试」是什么意思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明白为什么要这样做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学会在生活中实践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让我们带着好奇心出发吧！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25312" y="121615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58968" y="1453896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1335024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90688" y="2167128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2404872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5614416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7EB8E0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6298387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5199D4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900000">
            <a:off x="6982358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A8D4F5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900000">
            <a:off x="7666330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小故事时间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小花是个一年级的小姑娘。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她答应帮妈妈浇花，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下午好朋友叫她去踢球，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小花先浇完花再去。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妈妈回来看到花开了，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高兴地说：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"小花真是个守信的好孩子！"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3118104"/>
            <a:ext cx="3108960" cy="356616"/>
          </a:xfrm>
          <a:prstGeom prst="roundRect">
            <a:avLst>
              <a:gd name="adj" fmla="val 25641"/>
            </a:avLst>
          </a:prstGeom>
          <a:solidFill>
            <a:srgbClr val="A8E6C1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68896" y="1453896"/>
            <a:ext cx="373075" cy="1664208"/>
          </a:xfrm>
          <a:prstGeom prst="roundRect">
            <a:avLst>
              <a:gd name="adj" fmla="val 14706"/>
            </a:avLst>
          </a:prstGeom>
          <a:solidFill>
            <a:srgbClr val="A5D3A3"/>
          </a:solidFill>
          <a:ln/>
        </p:spPr>
      </p:sp>
      <p:sp>
        <p:nvSpPr>
          <p:cNvPr id="8" name="Shape 6"/>
          <p:cNvSpPr/>
          <p:nvPr/>
        </p:nvSpPr>
        <p:spPr>
          <a:xfrm>
            <a:off x="6391656" y="1097280"/>
            <a:ext cx="1865376" cy="1307592"/>
          </a:xfrm>
          <a:prstGeom prst="oval">
            <a:avLst/>
          </a:prstGeom>
          <a:solidFill>
            <a:srgbClr val="7DC9A0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02552" y="907085"/>
            <a:ext cx="1399032" cy="1069848"/>
          </a:xfrm>
          <a:prstGeom prst="oval">
            <a:avLst/>
          </a:prstGeom>
          <a:solidFill>
            <a:srgbClr val="A8E6C1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52237" y="2095805"/>
            <a:ext cx="435254" cy="435254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4416" y="2404872"/>
            <a:ext cx="310896" cy="870509"/>
          </a:xfrm>
          <a:prstGeom prst="roundRect">
            <a:avLst>
              <a:gd name="adj" fmla="val 11765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6208" y="2167128"/>
            <a:ext cx="404165" cy="404165"/>
          </a:xfrm>
          <a:prstGeom prst="oval">
            <a:avLst/>
          </a:prstGeom>
          <a:solidFill>
            <a:srgbClr val="A8D4F5"/>
          </a:solidFill>
          <a:ln w="19050">
            <a:solidFill>
              <a:srgbClr val="6A6D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8387" y="2452421"/>
            <a:ext cx="279806" cy="777240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DC9A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E6C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74720" y="66294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926080" y="8915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7772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15773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18059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900000">
            <a:off x="3108960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7DC9A0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900000">
            <a:off x="3913632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4CAF7D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4718304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A8E6C1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5522976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今天的主题是「测试」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期待下次见面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 - 一年级上</dc:title>
  <dc:subject>PptxGenJS Presentation</dc:subject>
  <dc:creator>道德与法治课件平台</dc:creator>
  <cp:lastModifiedBy>道德与法治课件平台</cp:lastModifiedBy>
  <cp:revision>1</cp:revision>
  <dcterms:created xsi:type="dcterms:W3CDTF">2026-04-25T00:54:04Z</dcterms:created>
  <dcterms:modified xsi:type="dcterms:W3CDTF">2026-04-25T00:54:04Z</dcterms:modified>
</cp:coreProperties>
</file>