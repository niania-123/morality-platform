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洗葡萄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洗葡萄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洗葡萄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二年级上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课前暖场·洗葡萄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小朋友们，你们觉得一个洗葡萄的人，大家会喜欢和他做朋友吗？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你身边有没有洗葡萄的人？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能和大家说说他做了什么吗？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「洗葡萄小剧场」：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老师给出几个场景，小朋友们用演一演的方式，展示怎样才是洗葡萄的。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全班同学当"评委"，竖大拇指👍选出最佳表演！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理解洗葡萄的含义和重要性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学会在生活中践行洗葡萄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懂得洗葡萄能让我们交到更多朋友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听老师讲故事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下大雨了，小丽看到同班同学小刚没有带伞。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小丽主动走过去说："我们一起打伞回家吧！"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小刚非常感动，第二天带来了一本书送给小丽。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老师说：帮助别人，快乐自己。这句话是真的呢！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小朋友们，故事里的小伙伴做得对吗？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请3-4位小朋友，演一演关于「洗葡萄」的小场景。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把你理解的「洗葡萄」画出来，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问题1：你在生活中遇到过关于「洗葡萄」的事吗？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问题2：你觉得「洗葡萄」难不难做到？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问题3：如果好朋友做不到「洗葡萄」，你会怎么帮他？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你觉得如果每个人都能做到「洗葡萄」，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洗葡萄是一种很了不起的品质。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它像阳光一样温暖☀️照亮自己和身边的人。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每个人都做到洗葡萄，我们的班级和世界会更美好！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「如果我做到了洗葡萄，我会觉得_____」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今天我们学了「洗葡萄」
快跟爸爸妈妈讲一讲吧！
亲子小活动：
和爸爸妈妈分享一个你觉得很洗葡萄的人的故事，
也可以说说你自己做到洗葡萄的经历 😊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今天我们学习了「洗葡萄」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洗葡萄 - </dc:title>
  <dc:subject>PptxGenJS Presentation</dc:subject>
  <dc:creator>道德与法治课件平台</dc:creator>
  <cp:lastModifiedBy>道德与法治课件平台</cp:lastModifiedBy>
  <cp:revision>1</cp:revision>
  <dcterms:created xsi:type="dcterms:W3CDTF">2026-04-27T12:12:06Z</dcterms:created>
  <dcterms:modified xsi:type="dcterms:W3CDTF">2026-04-27T12:12:06Z</dcterms:modified>
</cp:coreProperties>
</file>