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叠被子的正确步骤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第①步：先把被子四角对齐，铺平整 🛏️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第②步：把被子竖向对折一次，变成长条形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第③步：再横向对折一次，变成方块形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第④步：双手压平，边角对齐，整整齐齐放好 ✅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小诀窍：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每次对折都要从中间往两边压平哦！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2026-04-27T12:35:02Z</dcterms:created>
  <dcterms:modified xsi:type="dcterms:W3CDTF">2026-04-27T12:35:02Z</dcterms:modified>
</cp:coreProperties>
</file>